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4287500" cy="10744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